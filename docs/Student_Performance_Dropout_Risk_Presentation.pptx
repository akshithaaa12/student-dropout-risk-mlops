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3771900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F1861F"/>
          </a:solidFill>
          <a:ln/>
        </p:spPr>
      </p:sp>
      <p:pic>
        <p:nvPicPr>
          <p:cNvPr id="4" name="Image 0" descr="/root/project/pptx_work/cmr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233172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7432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&amp; Dropout-Risk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and MLOps  |  Individual Project (Part 1)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50749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: 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Akshitha</a:t>
            </a:r>
            <a:pPr indent="0" marL="0">
              <a:lnSpc>
                <a:spcPct val="160000"/>
              </a:lnSpc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               : 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6446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Technology, Bengaluru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Project Overview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837944"/>
            <a:ext cx="10817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LMS activity, assignments and grades all sit in different places right now.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view that catches a student slipping until it's too late to actually help.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089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1 does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29000"/>
            <a:ext cx="1081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data from 5 sources into one pipeline.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validates it, then loads it into a proper database.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dashboard on top so the risk data is actually usable.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50" i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scoring here is a simple rule, not a trained model yet - that's Part 2.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Dataset &amp; Data Sources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 (real data, Math + Portuguese) - 1,054 records.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 - synthetic, but seeded and tied to each student's real absence count - ~4,000 records.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activity export - synthetic, correlated with study time - ~12,500 records.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submissions - synthetic - ~6,300 records.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05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synthetic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80560"/>
            <a:ext cx="10817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read in as plain CSV files with pandas.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parts are seeded (same random seed every run) and built off real attributes, not just random noise.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100" dirty="0"/>
          </a:p>
        </p:txBody>
      </p:sp>
      <p:pic>
        <p:nvPicPr>
          <p:cNvPr id="11" name="Image 0" descr="/root/project/pptx_work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10241280" cy="3210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4993560"/>
            <a:ext cx="10817352" cy="108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-&gt; ingestion -&gt; validation/cleaning -&gt; transform &amp; load -&gt; SQLite -&gt; dashboard.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is a real Airflow DAG (ingest -&gt; validate -&gt; transform_load).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Data Ingestion Pipeline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pulls all 5 sources into a raw layer, one source at a time, with error handling so one bad file doesn't kill the run.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gets logged - timestamp, row count, success or failure - in logs/extraction_log.csv.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as an Airflow DAG: ingest_task &gt;&gt; validate_task &gt;&gt; transform_load_task.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148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raw data isn't perfectly clean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34840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deliberately added a small amount of seeded noise while copying to raw (a few duplicate rows, some out-of-range grades, some attendance gaps) so the validation step has real errors to catch instead of a spotless toy file.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ETL &amp; Data Quality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every student_id (trim + uppercase) so records actually join across all 5 sources.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checked grades/attendance are in valid ranges, checked every record points to a real student.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rejected row is logged with a reason - logs/rejected_records.csv.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862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06240"/>
            <a:ext cx="10817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just fill missing values with 0. First I flag that a value is actually missing (vs. genuinely zero), then apply a documented fallback.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1,034 records are flagged this way right now - a real, checkable example, not a hypothetical.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Database / Star Schema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star schema in SQLite: one student roster table, four fact tables (academic records, attendance, LMS, assignments), and a few aggregate tables.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student_performance_mart is the main table the dashboard reads from - one row per student per subject, 1,034 rows total.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department_semester_performance is a smaller rollup table for the department/semester view.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70916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with column comments: docs/schema.sql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Feature Engineering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%, average internal marks, previous-semester score, assignment completion rate.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LMS engagement score, blended from logins, quiz averages and forum activity.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- a simple weighted formula on top of the above. Not a trained model.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risk_category (Low / Medium / High) - based on where a student falls in the cohort, not a fixed cutoff.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8006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</a:t>
            </a:r>
            <a:pPr indent="0" marL="0">
              <a:buNone/>
            </a:pPr>
            <a:r>
              <a:rPr lang="en-US" sz="1300" i="1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swap risk_score for an actual trained classifier using these same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Dashboard &amp; Analytics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</a:t>
            </a:r>
            <a:endParaRPr lang="en-US" sz="1100" dirty="0"/>
          </a:p>
        </p:txBody>
      </p:sp>
      <p:pic>
        <p:nvPicPr>
          <p:cNvPr id="11" name="Image 0" descr="/root/project/pptx_work/01_attendance_vs_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483864" cy="217741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3704463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vs marks</a:t>
            </a:r>
            <a:endParaRPr lang="en-US" sz="1100" dirty="0"/>
          </a:p>
        </p:txBody>
      </p:sp>
      <p:pic>
        <p:nvPicPr>
          <p:cNvPr id="13" name="Image 1" descr="/root/project/pptx_work/02_subject_pass_f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508760"/>
            <a:ext cx="3483864" cy="21774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52544" y="3704463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pass/fail</a:t>
            </a:r>
            <a:endParaRPr lang="en-US" sz="1100" dirty="0"/>
          </a:p>
        </p:txBody>
      </p:sp>
      <p:pic>
        <p:nvPicPr>
          <p:cNvPr id="15" name="Image 2" descr="/root/project/pptx_work/03_department_seme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508760"/>
            <a:ext cx="3483864" cy="217741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19288" y="3704463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semester view</a:t>
            </a:r>
            <a:endParaRPr lang="en-US" sz="1100" dirty="0"/>
          </a:p>
        </p:txBody>
      </p:sp>
      <p:pic>
        <p:nvPicPr>
          <p:cNvPr id="17" name="Image 3" descr="/root/project/pptx_work/04_high_risk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61663"/>
            <a:ext cx="3483864" cy="217741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" y="6357366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student list</a:t>
            </a:r>
            <a:endParaRPr lang="en-US" sz="1100" dirty="0"/>
          </a:p>
        </p:txBody>
      </p:sp>
      <p:pic>
        <p:nvPicPr>
          <p:cNvPr id="19" name="Image 4" descr="/root/project/pptx_work/05_student_pro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4161663"/>
            <a:ext cx="3483864" cy="217741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52544" y="6357366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00" dirty="0"/>
          </a:p>
        </p:txBody>
      </p:sp>
      <p:pic>
        <p:nvPicPr>
          <p:cNvPr id="21" name="Image 5" descr="/root/project/pptx_work/06_missing_data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4161663"/>
            <a:ext cx="3483864" cy="217741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019288" y="6357366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Missing-data flag, in action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Pipeline Execution Evidence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run: python scripts/run_pipeline.py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87452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[16:43:48] PIPELINE RUN START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[16:43:48] ingest (source -&gt; raw) ... OK (0.15s)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[16:43:49] validate_clean (raw -&gt; cleaned) ... OK (0.16s)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[16:43:49] transform_load (cleaned -&gt; SQLite) ... OK (0.23s)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[16:43:49] PIPELINE RUN COMPLETE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290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one run produced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49040"/>
            <a:ext cx="10817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about 24,000 rows total across the 5 sources (logged per source).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rows rejected during cleaning, 78 attendance gaps logged separately.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1,034 final records loaded into SQLite, which the dashboard reloads on every run.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Roadmap: MLOps Extension (Part 2)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built yet - just what's planned next. Everything else in this deck is done and working.)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11680"/>
            <a:ext cx="108173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dropout label properly from the mart's existing scores.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a couple of model candidates on the features already built in Part 1.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experiments with MLflow, serve the model with FastAPI, package it with Docker.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out monitoring - when should the model get retrained.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Results &amp; Key Insights (Part 1)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1,034 student-subject records made it into the final mart.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rows rejected during cleaning, 78 attendance gaps logged.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records had missing data that got flagged and filled in, fully traceable.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students (about 10%) came out High risk under the current rule-based score.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05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stood out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80560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final scores clearly move together - visible right in the scatter plot.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risk thresholds barely flagged anyone (1 out of 1,034); switching to percentile bands fixed that.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Challenges &amp; Learning Outcomes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82880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kept throwing disk I/O errors - turned out to be a file-locking issue with the synced folder. Fixed it by reading/writing through a local copy of the DB.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risk thresholds were way too strict (only 1 student flagged High) - switched to percentile-based bands instead.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reach the UCI source directly because of network restrictions, so I used a mirror and checked it matched the real schema first.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09160"/>
            <a:ext cx="10817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synthetic data that's actually useful instead of just random noise.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shouldn't just fillna(0) - detect missing data first, then decide.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Conclusion &amp; Future Scope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so far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837944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working pipeline: ingest -&gt; validate -&gt; transform -&gt; SQLite -&gt; dashboard.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it properly - schema, data dictionary, validation rules, a written report.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375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(Part 2)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actual model to replace the rule-based risk score.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MLflow, FastAPI, Docker, and some kind of monitoring/retraining setup.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  |  DATA ENGINEERING AND MLOps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828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References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96012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902952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CMRIT</a:t>
            </a:r>
            <a:pPr algn="r" indent="0" marL="0">
              <a:buNone/>
            </a:pPr>
            <a:r>
              <a:rPr lang="en-US" sz="1100" dirty="0">
                <a:solidFill>
                  <a:srgbClr val="6C6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08760"/>
            <a:ext cx="1081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 - Cortez &amp; Silva.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SQLite, Streamlit, Apache Airflow.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guideline document on data sources &amp; missing-data handling.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3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 in the project repo - data dictionary, validation rules, schema, report.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934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58368" y="3063240"/>
            <a:ext cx="1005840" cy="54864"/>
          </a:xfrm>
          <a:prstGeom prst="rect">
            <a:avLst/>
          </a:prstGeom>
          <a:solidFill>
            <a:srgbClr val="F186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Akshitha   |   USN: ______________</a:t>
            </a:r>
            <a:endParaRPr lang="en-US" sz="1500" dirty="0"/>
          </a:p>
        </p:txBody>
      </p:sp>
      <p:pic>
        <p:nvPicPr>
          <p:cNvPr id="7" name="Image 0" descr="/root/project/pptx_work/cmr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5212080"/>
            <a:ext cx="2194560" cy="1554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Institute of Technology, Bengaluru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2026-09-07T17:34:15Z</dcterms:created>
  <dcterms:modified xsi:type="dcterms:W3CDTF">2026-09-07T17:34:15Z</dcterms:modified>
</cp:coreProperties>
</file>