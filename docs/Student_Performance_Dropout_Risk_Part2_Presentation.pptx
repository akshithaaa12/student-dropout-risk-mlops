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5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3771900"/>
          </a:xfrm>
          <a:prstGeom prst="rect">
            <a:avLst/>
          </a:prstGeom>
          <a:solidFill>
            <a:srgbClr val="C9342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3771900"/>
            <a:ext cx="146304" cy="3086100"/>
          </a:xfrm>
          <a:prstGeom prst="rect">
            <a:avLst/>
          </a:prstGeom>
          <a:solidFill>
            <a:srgbClr val="F1861F"/>
          </a:solidFill>
          <a:ln/>
        </p:spPr>
        <p:txBody>
          <a:bodyPr/>
          <a:p/>
        </p:txBody>
      </p:sp>
      <p:pic>
        <p:nvPicPr>
          <p:cNvPr id="4" name="Image 0" descr="/root/project/pptx_work/cmr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2331720" cy="1645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0352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7432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 &amp; Dropout-Risk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and MLOps  |  Individual Project (Part 2: MLOps Integration)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507492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: 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Akshitha</a:t>
            </a:r>
            <a:pPr indent="0" marL="0">
              <a:lnSpc>
                <a:spcPct val="160000"/>
              </a:lnSpc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               : 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64465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Technology, Bengaluru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Recap: Part 1 Data Pipeline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</a:t>
            </a:r>
            <a:endParaRPr lang="en-US" sz="1100" dirty="0"/>
          </a:p>
        </p:txBody>
      </p:sp>
      <p:pic>
        <p:nvPicPr>
          <p:cNvPr id="11" name="Image 0" descr="/root/project/pptx_work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10241280" cy="32104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85800" y="4993560"/>
            <a:ext cx="10817352" cy="108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 Part 1: 5 sources, ingest, validate/clean, SQLite star schema, dashboard (1,034 records, 35 rejected, 15 flagged). Part 2 builds on that pipeline.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Airflow DAG, now run in Docker (6 tasks, all green).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58368" y="3063240"/>
            <a:ext cx="100584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291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500" dirty="0"/>
          </a:p>
        </p:txBody>
      </p:sp>
      <p:pic>
        <p:nvPicPr>
          <p:cNvPr id="7" name="Image 0" descr="/root/project/pptx_work/cmr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5212080"/>
            <a:ext cx="2194560" cy="1554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Technology, Bengaluru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Problem &amp; Prediction Target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3324A"/>
                </a:solidFill>
                <a:latin typeface="Calibri"/>
              </a:rPr>
              <a:t>What we 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500" b="0" i="0">
                <a:solidFill>
                  <a:srgbClr val="23324A"/>
                </a:solidFill>
                <a:latin typeface="Calibri"/>
              </a:rPr>
              <a:t>Which students are on course to fail a subject, at mid-semester, early enough for a mentor to step in.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500" b="0" i="0">
                <a:solidFill>
                  <a:srgbClr val="23324A"/>
                </a:solidFill>
                <a:latin typeface="Calibri"/>
              </a:rPr>
              <a:t>Target: at_risk = 1 if the final score G3 is below 10 (the dataset's own pass mark). About 22% of students are positive.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500" b="0" i="0">
                <a:solidFill>
                  <a:srgbClr val="23324A"/>
                </a:solidFill>
                <a:latin typeface="Calibri"/>
              </a:rPr>
              <a:t>The data has no real 'dropped out' column, so this is a proxy for dropout risk. I say that on the slides and in the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3324A"/>
                </a:solidFill>
                <a:latin typeface="Calibri"/>
              </a:rPr>
              <a:t>When the prediction is made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500" b="0" i="0">
                <a:solidFill>
                  <a:srgbClr val="23324A"/>
                </a:solidFill>
                <a:latin typeface="Calibri"/>
              </a:rPr>
              <a:t>After the second assessment (G2), before the final result (G3). Only things known at that point are allowed as inputs.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500" b="0" i="0">
                <a:solidFill>
                  <a:srgbClr val="23324A"/>
                </a:solidFill>
                <a:latin typeface="Calibri"/>
              </a:rPr>
              <a:t>Part 1's risk_score is built from the final score, so using it would leak the answer. It is not a feature.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Part 2 Architecture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</a:t>
            </a:r>
            <a:endParaRPr lang="en-US" sz="1100" dirty="0"/>
          </a:p>
        </p:txBody>
      </p:sp>
      <p:pic>
        <p:nvPicPr>
          <p:cNvPr id="11" name="Picture 10" descr="architecture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508" y="1417320"/>
            <a:ext cx="3636422" cy="475488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92240" y="155448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Part 1 pipeline feeds a leak-free ML dataset.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Training logs every run to MLflow and registers the winner as 'champion'.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A FastAPI service serves the champion and logs each prediction.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The monitor compares those logs with the training data (PSI, KS) and says when to retrain.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Everything hangs off the same Airflow DAG and dashboard as Part 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Features &amp; Leakage Control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</a:t>
            </a:r>
            <a:endParaRPr lang="en-US" sz="11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08760"/>
          <a:ext cx="1078992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7223760"/>
                <a:gridCol w="914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What's in it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Multi-source (Part 1 mart)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attendance, internal marks, G2 score, assignment completion, LMS engagement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Academic record (real UCI)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study time, failures, absences, going out, alcohol, health, family, age, ...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Yes/No fields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internet, wants higher ed, extra support, paid classes, romantic, is_male, is_math, ...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Availability flags (Part 1)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was attendance / LMS / assignment data present?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3520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3324A"/>
                </a:solidFill>
                <a:latin typeface="Calibri"/>
              </a:rPr>
              <a:t>Left out on 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G3, current_score, pass_flag: they are the answer. risk_score / risk_category: computed from G3.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department, semester: assigned randomly in Part 1, so they carry no real signal.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A test checks none of these can slip into the feature list. Missing values at serving time get the training median plus the flag set to 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Models &amp; Evaluation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</a:t>
            </a:r>
            <a:endParaRPr lang="en-US" sz="11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08760"/>
          <a:ext cx="6766560" cy="26334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914400"/>
                <a:gridCol w="1005840"/>
                <a:gridCol w="914400"/>
                <a:gridCol w="731520"/>
                <a:gridCol w="82296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CV ROC-AUC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Test ROC-AUC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Test PR-AUC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3324A"/>
                          </a:solidFill>
                          <a:latin typeface="Calibri"/>
                        </a:rPr>
                        <a:t>Random Forest (champion)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3324A"/>
                          </a:solidFill>
                          <a:latin typeface="Calibri"/>
                        </a:rPr>
                        <a:t>0.971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3324A"/>
                          </a:solidFill>
                          <a:latin typeface="Calibri"/>
                        </a:rPr>
                        <a:t>0.968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3324A"/>
                          </a:solidFill>
                          <a:latin typeface="Calibri"/>
                        </a:rPr>
                        <a:t>0.903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3324A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3324A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SVM (RBF)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0.954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0.957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0.881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Rule: G2 below 10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0.971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0.894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Majority class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0.222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4526280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80/20 stratified split, 5-fold CV on the train part. Winner picked by CV only, test scored once.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At threshold 0.64: caught 38 of 46 at-risk students, 11 false alarms (recall 0.83, precision 0.78).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Recall/precision in the table use the default 0.5 threshold.</a:t>
            </a:r>
          </a:p>
        </p:txBody>
      </p:sp>
      <p:pic>
        <p:nvPicPr>
          <p:cNvPr id="13" name="Picture 1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3657600" cy="3780544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772400" y="528930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1">
                <a:solidFill>
                  <a:srgbClr val="6C6D6F"/>
                </a:solidFill>
                <a:latin typeface="Calibri"/>
              </a:rPr>
              <a:t>ROC curves, held-out test set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What the Results Actually Say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603504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The five models are about equal. 207 test rows, only 46 at-risk, so the differences are noise.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The simple rule 'G2 below 10' already gets ROC-AUC 0.971. G2 is just a very strong predictor of G3.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What the models really add: fewer false alarms. At 0.5 they wrongly flag 17 students vs 40 for the rule, but miss 5 at-risk ones vs 0.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SHAP: marks and G2 dominate, then past failures. The synthetic attendance / LMS columns barely matter because I generated them independently of G3.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400" b="0" i="0">
                <a:solidFill>
                  <a:srgbClr val="23324A"/>
                </a:solidFill>
                <a:latin typeface="Calibri"/>
              </a:rPr>
              <a:t>So it's an early-warning aid, not a decision-maker.</a:t>
            </a:r>
          </a:p>
        </p:txBody>
      </p:sp>
      <p:pic>
        <p:nvPicPr>
          <p:cNvPr id="12" name="Picture 11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63040"/>
            <a:ext cx="4480560" cy="4208395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040880" y="5717155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1">
                <a:solidFill>
                  <a:srgbClr val="6C6D6F"/>
                </a:solidFill>
                <a:latin typeface="Calibri"/>
              </a:rPr>
              <a:t>SHAP summary, champion model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Experiment Tracking &amp; Model Registry (MLflow)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</a:t>
            </a:r>
            <a:endParaRPr lang="en-US" sz="1100" dirty="0"/>
          </a:p>
        </p:txBody>
      </p:sp>
      <p:pic>
        <p:nvPicPr>
          <p:cNvPr id="11" name="Picture 10" descr="08_mlflow_experiment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1463040"/>
            <a:ext cx="5364480" cy="301752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85800" y="45262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1">
                <a:solidFill>
                  <a:srgbClr val="6C6D6F"/>
                </a:solidFill>
                <a:latin typeface="Calibri"/>
              </a:rPr>
              <a:t>One parent run per training, a child run per model</a:t>
            </a:r>
          </a:p>
        </p:txBody>
      </p:sp>
      <p:pic>
        <p:nvPicPr>
          <p:cNvPr id="13" name="Picture 12" descr="09_mlflow_model_regi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20" y="1463040"/>
            <a:ext cx="5201920" cy="292608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263640" y="44348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1">
                <a:solidFill>
                  <a:srgbClr val="6C6D6F"/>
                </a:solidFill>
                <a:latin typeface="Calibri"/>
              </a:rPr>
              <a:t>Registered model: versions + 'champion' alias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9204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Each run logs params, CV + test metrics, plots, model signature. Winner is registered as student-dropout-risk.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A new version becomes champion only if its test AUC is within 0.005 of the current one. Retrained several times in Docker; v3 (5 models) is the current champion.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Model Serving with FastAPI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9</a:t>
            </a:r>
            <a:endParaRPr lang="en-US" sz="1100" dirty="0"/>
          </a:p>
        </p:txBody>
      </p:sp>
      <p:pic>
        <p:nvPicPr>
          <p:cNvPr id="11" name="Picture 10" descr="07_fastapi_sw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5120640" cy="355600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85800" y="50647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1">
                <a:solidFill>
                  <a:srgbClr val="6C6D6F"/>
                </a:solidFill>
                <a:latin typeface="Calibri"/>
              </a:rPr>
              <a:t>Swagger docs at /docs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3324A"/>
                </a:solidFill>
                <a:latin typeface="Calibri"/>
              </a:rPr>
              <a:t>POST /predict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82880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050" b="0" i="0">
                <a:solidFill>
                  <a:srgbClr val="23324A"/>
                </a:solidFill>
                <a:latin typeface="Consolas"/>
              </a:rPr>
              <a:t>{"student_id":"DEMO1","previous_semester_score":8,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23324A"/>
                </a:solidFill>
                <a:latin typeface="Consolas"/>
              </a:rPr>
              <a:t> "avg_internal_marks":8.5,"attendance_pct":62,"failures":1}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23324A"/>
                </a:solidFill>
                <a:latin typeface="Consolas"/>
              </a:rPr>
              <a:t>-&gt; {"at_risk_probability":0.8693,"at_risk":true,"risk_band":"High",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3324A"/>
                </a:solidFill>
                <a:latin typeface="Consolas"/>
              </a:rPr>
              <a:t>    "top_factors":[avg_internal_marks, previous_semester_score, failures]}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063240"/>
            <a:ext cx="53949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Only G2 is required; missing fields are imputed and flagged. Bad input gets a 422.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Reasons per student come from swapping one feature at a time for the average, so no SHAP in the container.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Endpoints: /health, /model-info, /predict, /predict/batch, /stats.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Every prediction is appended to a log, which feeds the monitor.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Docker &amp; Orchestration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3324A"/>
                </a:solidFill>
                <a:latin typeface="Calibri"/>
              </a:rPr>
              <a:t>Docker (API, trainer, MLflow, monitor, Airflow)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23324A"/>
                </a:solidFill>
                <a:latin typeface="Consolas"/>
              </a:rPr>
              <a:t>docker compose --profile train run --rm trainer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23324A"/>
                </a:solidFill>
                <a:latin typeface="Consolas"/>
              </a:rPr>
              <a:t>docker compose up --build api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23324A"/>
                </a:solidFill>
                <a:latin typeface="Consolas"/>
              </a:rPr>
              <a:t>docker compose up mlflow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23324A"/>
                </a:solidFill>
                <a:latin typeface="Consolas"/>
              </a:rPr>
              <a:t>docker compose --profile monitor run --rm monitor</a:t>
            </a:r>
          </a:p>
          <a:p>
            <a:pPr>
              <a:spcAft>
                <a:spcPts val="500"/>
              </a:spcAft>
            </a:pPr>
            <a:r>
              <a:rPr sz="1100" b="0" i="0">
                <a:solidFill>
                  <a:srgbClr val="23324A"/>
                </a:solidFill>
                <a:latin typeface="Consolas"/>
              </a:rPr>
              <a:t>docker compose --profile airflow up --build airflow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53035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Non-root user, health check, code in the image, data/models/logs as volumes.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Trainer runs inside the same image so the pickled model matches the library versions.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Built and run on Docker Desktop: trainer, API (healthy), MLflow UI and Airflow all ran.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3324A"/>
                </a:solidFill>
                <a:latin typeface="Calibri"/>
              </a:rPr>
              <a:t>Airflow DAG (now 6 tasks)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09360" y="1874519"/>
          <a:ext cx="5212080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475488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ingest_source_to_raw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validate_and_clean_raw_to_cleaned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transform_and_load_to_analytical_db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build_ml_dataset   (new)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train_and_register_model   (new)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3324A"/>
                          </a:solidFill>
                          <a:latin typeface="Calibri"/>
                        </a:rPr>
                        <a:t>monitor_drift   (new)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09360" y="438912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Runs in its own container (Airflow 2.10, UI on :8080). All 6 tasks passed.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A first run crashed: MLflow logging looped inside the task process. Training now runs in a child process.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python scripts/run_mlops.py runs tasks 4 to 6 without Airflow.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Monitoring &amp; Retraining Criteria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</a:t>
            </a:r>
            <a:endParaRPr lang="en-US" sz="11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08760"/>
          <a:ext cx="5852160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41148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Fires when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T1 data drift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2+ features PSI &gt; 0.20, or any &gt; 0.25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T2 prediction drift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share flagged moves &gt; 10 points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T3 performance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recall &lt; 0.70 or AUC drops &gt; 0.05 (needs real outcomes)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T4 age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model older than 180 days (a semester)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3611880"/>
            <a:ext cx="58521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Drift = PSI per feature (+ KS test). Needs 30+ logged predictions, otherwise it says 'not enough data'.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A trigger means 'retrain recommended'. A person checks the new version in MLflow before it serves.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No real traffic yet, so real drift has not been seen. The demo is simulated, and labelled that 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087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3324A"/>
                </a:solidFill>
                <a:latin typeface="Calibri"/>
              </a:rPr>
              <a:t>Simulated bad semester (demo)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0" y="1828800"/>
          <a:ext cx="4663440" cy="18653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731520"/>
                <a:gridCol w="16459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PSI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Mean: train -&gt; sim</a:t>
                      </a:r>
                    </a:p>
                  </a:txBody>
                  <a:tcPr marL="73152" marR="73152" marT="27432" marB="27432" anchor="ctr">
                    <a:solidFill>
                      <a:srgbClr val="16283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attendance_pct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4.22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88.8 -&gt; 73.8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lms_engagement_score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3.12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55.2 -&gt; 37.8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absences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2.04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4.4 -&gt; 10.4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avg_internal_marks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11.2 -&gt; 9.1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previous_semester_score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3324A"/>
                          </a:solidFill>
                          <a:latin typeface="Calibri"/>
                        </a:rPr>
                        <a:t>11.3 -&gt; 9.1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858000" y="3840480"/>
            <a:ext cx="4663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C9342A"/>
                </a:solidFill>
                <a:latin typeface="Calibri"/>
              </a:rPr>
              <a:t>Result: RETRAIN_RECOMMENDED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23324A"/>
                </a:solidFill>
                <a:latin typeface="Calibri"/>
              </a:rPr>
              <a:t>Flagged share 49% vs 24% in training; both T1 and T2 fired.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Dashboard: ML View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12</a:t>
            </a:r>
            <a:endParaRPr lang="en-US" sz="1100" dirty="0"/>
          </a:p>
        </p:txBody>
      </p:sp>
      <p:pic>
        <p:nvPicPr>
          <p:cNvPr id="11" name="Picture 10" descr="10_dashboard_ml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766560" cy="380619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680960" y="1554480"/>
            <a:ext cx="38404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New 6th view next to the Part 1 ones.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Champion metrics, predicted risk next to the old rule-based category.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Tabs for model comparison and drift reports.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Scores in the table are in-sample, so use the test metrics above for honest accuracy.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Testing &amp; Evidence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13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107899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700" b="0" i="0">
                <a:solidFill>
                  <a:srgbClr val="23324A"/>
                </a:solidFill>
                <a:latin typeface="Calibri"/>
              </a:rPr>
              <a:t>pytest: 16 tests, all pass in a clean environment with matching library versions. API (validation, ordering, missing fields, batch + logging), dataset/leakage, target definition, reproducibility, PSI + drift logic.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700" b="0" i="0">
                <a:solidFill>
                  <a:srgbClr val="23324A"/>
                </a:solidFill>
                <a:latin typeface="Calibri"/>
              </a:rPr>
              <a:t>python scripts/run_mlops.py: dataset, 5 models, registration and export in about a minute. Same numbers on every run (seed 42).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700" b="0" i="0">
                <a:solidFill>
                  <a:srgbClr val="23324A"/>
                </a:solidFill>
                <a:latin typeface="Calibri"/>
              </a:rPr>
              <a:t>API, MLflow server and dashboard were started and used live; all 6 dashboard views load without errors.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700" b="0" i="0">
                <a:solidFill>
                  <a:srgbClr val="23324A"/>
                </a:solidFill>
                <a:latin typeface="Calibri"/>
              </a:rPr>
              <a:t>Found and fixed along the way: MLflow rejected the default model format, and the drift report had invalid JSON (NaN). Both fixed and re-tested.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700" b="0" i="0">
                <a:solidFill>
                  <a:srgbClr val="23324A"/>
                </a:solidFill>
                <a:latin typeface="Calibri"/>
              </a:rPr>
              <a:t>Also found: a 350 MB GPU library made the Docker build time out (switched to xgboost-cpu), and Airflow's logging crashed MLflow (fixed with a child process).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700" b="0" i="0">
                <a:solidFill>
                  <a:srgbClr val="23324A"/>
                </a:solidFill>
                <a:latin typeface="Calibri"/>
              </a:rPr>
              <a:t>Docker and Airflow were built and run on Docker Desktop: trainer, API, MLflow UI, and the 6-task DAG all succeeded.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 Limitations &amp; Future Work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14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3324A"/>
                </a:solidFill>
                <a:latin typeface="Calibri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530352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Label is a proxy (fail the subject), not actual dropout.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About 1,000 rows, 46 positives in test.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A plain G2 rule is nearly as good on AUC.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Attendance / LMS / assignments are synthetic.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No tuning, calibration or fairness check yet (sex is a feature).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5087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3324A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2880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Collect real outcomes so performance drift can be measured.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Hyperparameter search with nested CV, calibration, subgroup metrics.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CI to run the tests, scheduled monitor with alerts.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300" b="0" i="0">
                <a:solidFill>
                  <a:srgbClr val="23324A"/>
                </a:solidFill>
                <a:latin typeface="Calibri"/>
              </a:rPr>
              <a:t>Deploy the container somewhere managed.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 Conclusion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15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107899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800" b="0" i="0">
                <a:solidFill>
                  <a:srgbClr val="23324A"/>
                </a:solidFill>
                <a:latin typeface="Calibri"/>
              </a:rPr>
              <a:t>Part 1's pipeline now feeds a full MLOps loop: dataset, tracked experiments, registry, API, Docker, monitoring, retraining rules.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800" b="0" i="0">
                <a:solidFill>
                  <a:srgbClr val="23324A"/>
                </a:solidFill>
                <a:latin typeface="Calibri"/>
              </a:rPr>
              <a:t>Honest result: on this data a simple rule is already strong. The model adds fewer false alarms and a reason per student.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800" b="0" i="0">
                <a:solidFill>
                  <a:srgbClr val="23324A"/>
                </a:solidFill>
                <a:latin typeface="Calibri"/>
              </a:rPr>
              <a:t>The real test for the monitoring is real traffic and real outcomes, which don't exist yet.</a:t>
            </a:r>
          </a:p>
          <a:p>
            <a:pPr marL="228600" indent="-228600">
              <a:spcAft>
                <a:spcPts val="900"/>
              </a:spcAft>
              <a:buSzPct val="100000"/>
              <a:buChar char="●"/>
            </a:pPr>
            <a:r>
              <a:rPr sz="1800" b="0" i="0">
                <a:solidFill>
                  <a:srgbClr val="23324A"/>
                </a:solidFill>
                <a:latin typeface="Calibri"/>
              </a:rPr>
              <a:t>Everything runs from the same repo: pip install, run_pipeline, run_mlops, pytest.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2026-09-07T17:34:15Z</dcterms:created>
  <dcterms:modified xsi:type="dcterms:W3CDTF">2026-09-07T17:34:15Z</dcterms:modified>
</cp:coreProperties>
</file>